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48640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HACKDAY 1.0  ·  TECH FOR A BETTER TOMORROW</a:t>
            </a:r>
          </a:p>
          <a:p>
            <a:pPr>
              <a:spcAft>
                <a:spcPts val="400"/>
              </a:spcAft>
              <a:defRPr sz="3600" b="1">
                <a:solidFill>
                  <a:srgbClr val="0F172A"/>
                </a:solidFill>
                <a:latin typeface="Segoe UI"/>
              </a:defRPr>
            </a:pPr>
            <a:r>
              <a:t>RakshaCall 🛡️</a:t>
            </a:r>
          </a:p>
          <a:p>
            <a:pPr>
              <a:spcAft>
                <a:spcPts val="8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Real-Time Scam-Call Protection Assistant</a:t>
            </a:r>
          </a:p>
          <a:p>
            <a:pPr>
              <a:spcAft>
                <a:spcPts val="1400"/>
              </a:spcAft>
              <a:defRPr sz="1300" b="1">
                <a:solidFill>
                  <a:srgbClr val="059669"/>
                </a:solidFill>
                <a:latin typeface="Segoe UI"/>
              </a:defRPr>
            </a:pPr>
            <a:r>
              <a:t>Detect. Explain. Warn. Protect.</a:t>
            </a:r>
          </a:p>
          <a:p>
            <a:pPr>
              <a:spcAft>
                <a:spcPts val="1600"/>
              </a:spcAft>
              <a:defRPr sz="1100">
                <a:solidFill>
                  <a:srgbClr val="475569"/>
                </a:solidFill>
                <a:latin typeface="Segoe UI"/>
              </a:defRPr>
            </a:pPr>
            <a:r>
              <a:t>Protecting citizens from high-pressure social engineering, digital arrest, and financial extortion while the call is happening — not after funds are lost.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TEAM: daanialmirza</a:t>
            </a:r>
          </a:p>
          <a:p>
            <a:pPr>
              <a:spcAft>
                <a:spcPts val="1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Daanial Baig (Team Leader)  |  +91 90041 22132</a:t>
            </a:r>
            <a:br/>
            <a:r>
              <a:t>• Aayush Patil (Team Member)  |  +91 88790 95131</a:t>
            </a:r>
          </a:p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🚀 Live Demo: daanialmirza5.github.io/RakshaCall/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731520"/>
            <a:ext cx="4937760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landing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22960"/>
            <a:ext cx="475488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THE THREAT LANDSCAPE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Scam Calls Manipulate People in Real Time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Scammers don't just steal data — they psychologically coerce victims before they realize what is happening.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  <a:latin typeface="Segoe UI"/>
              </a:defRPr>
            </a:pPr>
            <a:r>
              <a:t>THE ANATOMY OF A PSYCHOLOGICAL SCAM CALL</a:t>
            </a:r>
          </a:p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SCAMMER  ➔  Authority Impersonation  ➔  Urgency &amp; Threats  ➔  Isolation  ➔  OTP / Money / Remote Access  ➔  VICTIM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🚨 Predatory Modalities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Digital Arrest: Fake CBI/Police video surveillance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Fake Bank KYC: Urgent account block threats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Customs / Courier: Seized illegal parcels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SIM Deactivation: Immediate telecom shutoff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Task / Investment: Upfront deposit extortion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834640"/>
            <a:ext cx="338328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9260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  <a:latin typeface="Segoe UI"/>
              </a:defRPr>
            </a:pPr>
            <a:r>
              <a:t>⚡ Psychological Traps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Enforced Secrecy: 'Do not tell family or police'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High-Stress Panic: 'Transfer in 10 mins or arrest'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Credential Extraction: OTPs, PINs, Passwords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Targeted Victims: Seniors &amp; non-technical citizens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~₹3,000+ Cr estimated lost to Digital Arrest in 2025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834640"/>
            <a:ext cx="3383280" cy="3291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9260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❌ Why Defenses Fail</a:t>
            </a:r>
          </a:p>
          <a:p>
            <a:pPr>
              <a:defRPr sz="1050" b="0">
                <a:solidFill>
                  <a:srgbClr val="475569"/>
                </a:solidFill>
                <a:latin typeface="Segoe UI"/>
              </a:defRPr>
            </a:pPr>
            <a:r>
              <a:t>• Bank Fraud Alerts: Trigger AFTER money is moved</a:t>
            </a:r>
          </a:p>
          <a:p>
            <a:pPr>
              <a:defRPr sz="1050" b="0">
                <a:solidFill>
                  <a:srgbClr val="475569"/>
                </a:solidFill>
                <a:latin typeface="Segoe UI"/>
              </a:defRPr>
            </a:pPr>
            <a:r>
              <a:t>• Telecom Filters: Block spam numbers, not live voices</a:t>
            </a:r>
          </a:p>
          <a:p>
            <a:pPr>
              <a:defRPr sz="1050" b="0">
                <a:solidFill>
                  <a:srgbClr val="475569"/>
                </a:solidFill>
                <a:latin typeface="Segoe UI"/>
              </a:defRPr>
            </a:pPr>
            <a:r>
              <a:t>• Cybercrime Portals: Report incidents days later</a:t>
            </a:r>
          </a:p>
          <a:p>
            <a:pPr>
              <a:defRPr sz="1050" b="0">
                <a:solidFill>
                  <a:srgbClr val="475569"/>
                </a:solidFill>
                <a:latin typeface="Segoe UI"/>
              </a:defRPr>
            </a:pPr>
            <a:r>
              <a:t>• Zero Real-Time Guidance: Victim is alone during call</a:t>
            </a:r>
          </a:p>
          <a:p>
            <a:pPr>
              <a:defRPr sz="1050" b="1">
                <a:solidFill>
                  <a:srgbClr val="DC2626"/>
                </a:solidFill>
                <a:latin typeface="Segoe UI"/>
              </a:defRPr>
            </a:pPr>
            <a:r>
              <a:t>• 👉 Need protection DURING the manipulation!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THE REAL-TIME DEFENSE ASSISTANT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Meet RakshaCall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conversational safety assistant that detects scam tactics and protects citizens while the conversation is happening.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  <a:latin typeface="Segoe UI"/>
              </a:defRPr>
            </a:pPr>
            <a:r>
              <a:t>CONVERSATION  ➔  DETECT  ➔  ASSESS RISK  ➔  WARN  ➔  PROTECT  ➔  HELP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51206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🛡️ Real-Time Detection: Continuous stream evaluation of dialogue as words are spoken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🔎 Explainable Tactics: Clear classification across 8 social-engineering vector categories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🚨 Risk Escalation: Dynamic progressive threat scoring (0–100) across Low, Med, High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🛑 Safety Intervention: Full-screen actionable takeover: STOP · DO NOT SHARE · DISCONNECT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👨‍👩‍👧 Trusted Contact Check-In: One-tap emergency check-in alert to family or guardians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🇮🇳 Indian Scam Aware: Native recognition of English, Hinglish, Hindi, and Marathi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46888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live-call-tran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12064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DETERMINISTIC &amp; EXPLAINABLE ENGINE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From Conversation to Protection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Zero black-box AI, zero cloud latency, and 100% on-device privacy.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1. Input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Call Stream</a:t>
            </a:r>
            <a:br/>
            <a:r>
              <a:t>Mic Audio</a:t>
            </a:r>
            <a:br/>
            <a:r>
              <a:t>Pasted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42032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33472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2. Normalize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Unicode</a:t>
            </a:r>
            <a:br/>
            <a:r>
              <a:t>Transliteration</a:t>
            </a:r>
            <a:br/>
            <a:r>
              <a:t>Case &amp; Spacing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3984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3. Signals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8 Multi-Vector</a:t>
            </a:r>
            <a:br/>
            <a:r>
              <a:t>Scam Tactic</a:t>
            </a:r>
            <a:br/>
            <a:r>
              <a:t>Categories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r>
              <a:t>4. Scoring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Co-occurrence</a:t>
            </a:r>
            <a:br/>
            <a:r>
              <a:t>Boost &amp; Math</a:t>
            </a:r>
            <a:br/>
            <a:r>
              <a:t>Weights (0–100)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5. Classifier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LOW (0–24)</a:t>
            </a:r>
            <a:br/>
            <a:r>
              <a:t>MEDIUM (25–54)</a:t>
            </a:r>
            <a:br/>
            <a:r>
              <a:t>HIGH (55–100)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463040"/>
            <a:ext cx="16459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6. Action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Screen Takeover</a:t>
            </a:r>
            <a:br/>
            <a:r>
              <a:t>Trusted Alert</a:t>
            </a:r>
            <a:br/>
            <a:r>
              <a:t>1930 Helpline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12064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🎯 8 Observable Social-Engineering Categories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Authority Impersonation: CBI, Police, Customs, RBI officials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Urgency &amp; Threat: Immediate arrest, bank account blocking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Isolation &amp; Secrecy: 'Do not hang up, do not tell family'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Financial Demand: 'Refundable verification fees', penalties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OTP &amp; Credential Harvesting: UPI PIN, CVV, OTP requests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Remote Access: AnyDesk, TeamViewer, QuickSupport requests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17520"/>
            <a:ext cx="530352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04-live-call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108960"/>
            <a:ext cx="512064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IMMEDIATE SAFETY DIRECTIVES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When Risk Becomes High, RakshaCall Acts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Breaking the psychological manipulation loop with four unambiguous citizen commands.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🛑 STOP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Do not transfer any money or pay verification fees.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463040"/>
            <a:ext cx="2514600" cy="100584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1554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🔒 DO NOT SHARE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Never disclose OTPs, PINs, CVVs, or passwords.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463040"/>
            <a:ext cx="2514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1554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  <a:latin typeface="Segoe UI"/>
              </a:defRPr>
            </a:pPr>
            <a:r>
              <a:t>📞 DISCONNECT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Immediately hang up the suspicious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463040"/>
            <a:ext cx="2514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97696" y="15544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  <a:latin typeface="Segoe UI"/>
              </a:defRPr>
            </a:pPr>
            <a:r>
              <a:t>🔍 VERIFY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Independently contact official numbers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-live-call-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3200400" cy="32918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389120" y="26517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5-trusted-cont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743200"/>
            <a:ext cx="3200400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046720" y="2651760"/>
            <a:ext cx="33832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6-emergency-action-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0"/>
            <a:ext cx="3200400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RUNTIME OBSERVABILITY FOR JUDGES &amp; ENGINEERS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See What RakshaCall Is Doing — Live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 dedicated technical observatory providing live visibility into internal function execution without cluttering citizen UX.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🔬 Browser-Native Cross-Tab Synchronization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Real Execution Graph: Reflects actual function calls, state transitions, and timestamps — not an animation.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BroadcastChannel Pub/Sub: Runs in a separate tab or side-by-side window, synchronizing live with the active call session.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7 Observable Workflows:</a:t>
            </a:r>
            <a:br/>
            <a:r>
              <a:t>  1. Live Call Protection (stream orchestration)</a:t>
            </a:r>
            <a:br/>
            <a:r>
              <a:t>  2. Detection Intelligence (regex/math matrix)</a:t>
            </a:r>
            <a:br/>
            <a:r>
              <a:t>  3. Voice &amp; Speech Activity (TTS synthesis)</a:t>
            </a:r>
            <a:br/>
            <a:r>
              <a:t>  4. Incident &amp; Response (forensics builder)</a:t>
            </a:r>
            <a:br/>
            <a:r>
              <a:t>  5. Manual Analysis (pasted text engine)</a:t>
            </a:r>
            <a:br/>
            <a:r>
              <a:t>  6. Emergency Response (action triggers)</a:t>
            </a:r>
            <a:br/>
            <a:r>
              <a:t>  7. Session Lifecycle (state reset &amp; tear-down)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• Node-Level Inspections: Status (running/success), execution duration, inputs, and extracted quotes.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live-runtim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21208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Segoe UI"/>
              </a:defRPr>
            </a:pPr>
            <a:r>
              <a:t>IMPACT, DELIVERABLES &amp; LIVE ACCESS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RakshaCall — From Detection to Action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Protecting citizens during the scam call — when intervention matters most.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0292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🌟 Core Hackathon Value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Solves the 'Golden Hour' Dilemma: Intervenes before money leaves the victim's account.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100% Privacy-Preserving: Zero audio/text leaves the user's browser. Zero backend.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Zero Cost &amp; Zero API Dependencies: Immune to cloud outages, subscription costs, or API keys.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Explainable &amp; Transparent: Every risk score points to exact phrases and tactic categories.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Multilingual Indian Context: Supports English, Hinglish, Hindi, and Marathi code-mixing.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✓ 203/203 Vitest Suite Passed: Production-tested reliability and complete CI/CD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53949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🚀 Verified Live Resources</a:t>
            </a:r>
          </a:p>
          <a:p>
            <a:pPr>
              <a:defRPr sz="1050" b="1">
                <a:solidFill>
                  <a:srgbClr val="0D9488"/>
                </a:solidFill>
                <a:latin typeface="Segoe UI"/>
              </a:defRPr>
            </a:pPr>
            <a:r>
              <a:t>• Live Application Demo:</a:t>
            </a:r>
            <a:br/>
            <a:r>
              <a:t>  https://daanialmirza5.github.io/RakshaCall/</a:t>
            </a:r>
            <a:br/>
          </a:p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• Live Runtime Observatory:</a:t>
            </a:r>
            <a:br/>
            <a:r>
              <a:t>  https://daanialmirza5.github.io/RakshaCall/#/observatory</a:t>
            </a:r>
            <a:br/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Open Source Repository:</a:t>
            </a:r>
            <a:br/>
            <a:r>
              <a:t>  https://github.com/daanialmirza5/RakshaCall</a:t>
            </a:r>
            <a:br/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• Verified Demo Video:</a:t>
            </a:r>
            <a:br/>
            <a:r>
              <a:t>  docs/demo/RakshaCall-Demo.mp4</a:t>
            </a:r>
            <a:br/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TEAM: daanialmirza  ·  HACKDAY 1.0</a:t>
            </a:r>
            <a:br/>
            <a:r>
              <a:t>Daanial Baig &amp; Aayush Patil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RakshaCall  ·  HACKDAY 1.0  ·  Real-Time Scam-Call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