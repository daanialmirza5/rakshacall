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0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1B3A3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tmp/claude-0/-home-user-RakshaCall-/c5f6f34a-3bd0-5530-8c7e-1b54e249c2ff/scratchpad/deck/icons/shieldCheck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277874"/>
            <a:ext cx="553212" cy="5532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2918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Scam-Call Protection Assistant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255368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people during the scam call — not only after the money is already gone.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86887" y="4967245"/>
            <a:ext cx="6217920" cy="685800"/>
          </a:xfrm>
          <a:prstGeom prst="roundRect">
            <a:avLst>
              <a:gd name="adj" fmla="val 16000"/>
            </a:avLst>
          </a:prstGeom>
          <a:solidFill>
            <a:srgbClr val="05070D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2986888" y="50017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HACKDAY 1.0  ·  Tech for a Better Tomorrow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986888" y="5321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aayushpatilcodes-dot.github.io/RakshaCall-/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/ TEAM DETAILS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daanialmirza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71700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claude-0/-home-user-RakshaCall-/c5f6f34a-3bd0-5530-8c7e-1b54e249c2ff/scratchpad/deck/icons/user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3157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Daanial Baig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+91 90041 22132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357055" y="2299716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9357055" y="22997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68680" y="3406140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tmp/claude-0/-home-user-RakshaCall-/c5f6f34a-3bd0-5530-8c7e-1b54e249c2ff/scratchpad/deck/icons/user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355015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Patil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+91 88790 95131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357055" y="3534156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9357055" y="35341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calls manipulate people in real 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posing as police, CBI, customs, or bank officials keep victims on a call for hours — using fear and urgency to make them act before they can think.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3017520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tmp/claude-0/-home-user-RakshaCall-/c5f6f34a-3bd0-5530-8c7e-1b54e249c2ff/scratchpad/deck/icons/lan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3130677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3236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police / CBI / RBI / customs officer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27432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21024" y="3017520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tmp/claude-0/-home-user-RakshaCall-/c5f6f34a-3bd0-5530-8c7e-1b54e249c2ff/scratchpad/deck/icons/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181" y="31306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61104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261104" y="3236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be arrested"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59352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13232" y="4233672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tmp/claude-0/-home-user-RakshaCall-/c5f6f34a-3bd0-5530-8c7e-1b54e249c2ff/scratchpad/deck/icons/user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89" y="434682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53312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353312" y="4453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hang up, don't tell anyone"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456432" y="3959352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621024" y="4233672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tmp/claude-0/-home-user-RakshaCall-/c5f6f34a-3bd0-5530-8c7e-1b54e249c2ff/scratchpad/deck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181" y="434682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61104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surveillance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261104" y="4453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your camera on"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175504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713232" y="5449824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tmp/claude-0/-home-user-RakshaCall-/c5f6f34a-3bd0-5530-8c7e-1b54e249c2ff/scratchpad/deck/icons/keyRou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89" y="5562981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53312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extraction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353312" y="5669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PIN, password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56432" y="5175504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3621024" y="5449824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/tmp/claude-0/-home-user-RakshaCall-/c5f6f34a-3bd0-5530-8c7e-1b54e249c2ff/scratchpad/deck/icons/bankno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181" y="5562981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261104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extraction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4261104" y="5669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"Transfer funds for verification"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040880" y="16002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05070D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 txBox="1"/>
          <p:nvPr/>
        </p:nvSpPr>
        <p:spPr>
          <a:xfrm>
            <a:off x="704088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~₹3,000+ Cr</a:t>
            </a:r>
            <a:endParaRPr lang="en-US" sz="4400" dirty="0"/>
          </a:p>
        </p:txBody>
      </p:sp>
      <p:sp>
        <p:nvSpPr>
          <p:cNvPr id="37" name="Text 29"/>
          <p:cNvSpPr txBox="1"/>
          <p:nvPr/>
        </p:nvSpPr>
        <p:spPr>
          <a:xfrm>
            <a:off x="7315200" y="3063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lost to "digital arrest" impersonation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in India in 2025 alone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7406640" y="3977640"/>
            <a:ext cx="38404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 txBox="1"/>
          <p:nvPr/>
        </p:nvSpPr>
        <p:spPr>
          <a:xfrm>
            <a:off x="7406640" y="4206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defenses — bank fraud monitoring, telecom SIM-binding — all act AFTER the money has already moved.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740664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protects the person while it is happening.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defense works after. We work during.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88720" y="2423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&amp; telecom fraud tools act AFTER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611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Money has already left the account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Fraud alert arrives after the transfer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Victim discovers it only afterward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1031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812280" y="2423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person WHILE it happens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611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Analyzes the conversation live, as it unfolds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Warns the moment a scam pattern is recognized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Gives a clear action before any money moves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conversation to a plain-language warning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65860" y="2587752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claude-0/-home-user-RakshaCall-/c5f6f34a-3bd0-5530-8c7e-1b54e249c2ff/scratchpad/dec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78" y="2731770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49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call stream, pasted transcript, or live mic</a:t>
            </a:r>
            <a:endParaRPr lang="en-US" sz="950" dirty="0"/>
          </a:p>
        </p:txBody>
      </p:sp>
      <p:pic>
        <p:nvPicPr>
          <p:cNvPr id="9" name="Image 1" descr="/tmp/claude-0/-home-user-RakshaCall-/c5f6f34a-3bd0-5530-8c7e-1b54e249c2ff/scratchpad/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371" y="334670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53614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470834" y="2587752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tmp/claude-0/-home-user-RakshaCall-/c5f6f34a-3bd0-5530-8c7e-1b54e249c2ff/scratchpad/deck/icons/brain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852" y="2731770"/>
            <a:ext cx="352044" cy="3520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45054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Detection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963342" y="3749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weighted scam-signal categories, on-device</a:t>
            </a:r>
            <a:endParaRPr lang="en-US" sz="950" dirty="0"/>
          </a:p>
        </p:txBody>
      </p:sp>
      <p:pic>
        <p:nvPicPr>
          <p:cNvPr id="15" name="Image 3" descr="/tmp/claude-0/-home-user-RakshaCall-/c5f6f34a-3bd0-5530-8c7e-1b54e249c2ff/scratchpad/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345" y="334670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58588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5775808" y="2587752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/tmp/claude-0/-home-user-RakshaCall-/c5f6f34a-3bd0-5530-8c7e-1b54e249c2ff/scratchpad/deck/icons/gauge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826" y="2731770"/>
            <a:ext cx="352044" cy="3520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50028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268316" y="3749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0–100, combining stacked-tactic co-occurrence</a:t>
            </a:r>
            <a:endParaRPr lang="en-US" sz="950" dirty="0"/>
          </a:p>
        </p:txBody>
      </p:sp>
      <p:pic>
        <p:nvPicPr>
          <p:cNvPr id="21" name="Image 5" descr="/tmp/claude-0/-home-user-RakshaCall-/c5f6f34a-3bd0-5530-8c7e-1b54e249c2ff/scratchpad/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319" y="334670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63561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/>
          <p:cNvSpPr/>
          <p:nvPr/>
        </p:nvSpPr>
        <p:spPr>
          <a:xfrm>
            <a:off x="8080781" y="2587752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/tmp/claude-0/-home-user-RakshaCall-/c5f6f34a-3bd0-5530-8c7e-1b54e249c2ff/scratchpad/deck/icons/shield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4799" y="2731770"/>
            <a:ext cx="352044" cy="3520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555001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573289" y="3749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+ recommended action</a:t>
            </a:r>
            <a:endParaRPr lang="en-US" sz="950" dirty="0"/>
          </a:p>
        </p:txBody>
      </p:sp>
      <p:pic>
        <p:nvPicPr>
          <p:cNvPr id="27" name="Image 7" descr="/tmp/claude-0/-home-user-RakshaCall-/c5f6f34a-3bd0-5530-8c7e-1b54e249c2ff/scratchpad/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292" y="3346704"/>
            <a:ext cx="256032" cy="25603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768535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10385755" y="2587752"/>
            <a:ext cx="640080" cy="64008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8" descr="/tmp/claude-0/-home-user-RakshaCall-/c5f6f34a-3bd0-5530-8c7e-1b54e249c2ff/scratchpad/deck/icons/user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773" y="2731770"/>
            <a:ext cx="352044" cy="3520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859975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9878263" y="3749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simulated check-in alert</a:t>
            </a:r>
            <a:endParaRPr 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05070D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3"/>
          <p:cNvSpPr txBox="1"/>
          <p:nvPr/>
        </p:nvSpPr>
        <p:spPr>
          <a:xfrm>
            <a:off x="914400" y="502920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client-side, in the browser — no server, no database, no paid API. Detection cannot fail from a network outage because it never makes a network call.</a:t>
            </a:r>
            <a:endParaRPr lang="en-US" sz="135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ENGINE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scam-signal categories, weighted and combined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760" y="16002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02740" y="1764792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claude-0/-home-user-RakshaCall-/c5f6f34a-3bd0-5530-8c7e-1b54e249c2ff/scratchpad/deck/icons/lan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184" y="18882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120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29488" y="266090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CBI, RBI, police, customs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98952" y="16002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81932" y="1764792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tmp/claude-0/-home-user-RakshaCall-/c5f6f34a-3bd0-5530-8c7e-1b54e249c2ff/scratchpad/deck/icons/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76" y="18882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0392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608680" y="266090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"Immediately", "within the hour"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8144" y="16002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61124" y="1764792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tmp/claude-0/-home-user-RakshaCall-/c5f6f34a-3bd0-5530-8c7e-1b54e249c2ff/scratchpad/deck/icons/shield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68" y="188823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9584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87872" y="266090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Arrest, warrant, legal action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857336" y="16002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840316" y="1764792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tmp/claude-0/-home-user-RakshaCall-/c5f6f34a-3bd0-5530-8c7e-1b54e249c2ff/scratchpad/deck/icons/user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760" y="188823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48776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967064" y="266090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hang up / tell anyone"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19760" y="3182112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802740" y="3346704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tmp/claude-0/-home-user-RakshaCall-/c5f6f34a-3bd0-5530-8c7e-1b54e249c2ff/scratchpad/deck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6184" y="3470148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1200" y="3959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29488" y="424281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your camera on"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498952" y="3182112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481932" y="3346704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tmp/claude-0/-home-user-RakshaCall-/c5f6f34a-3bd0-5530-8c7e-1b54e249c2ff/scratchpad/deck/icons/key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5376" y="3470148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0392" y="3959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608680" y="424281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PIN, password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178144" y="3182112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7161124" y="3346704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/tmp/claude-0/-home-user-RakshaCall-/c5f6f34a-3bd0-5530-8c7e-1b54e249c2ff/scratchpad/deck/icons/bankno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4568" y="3470148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69584" y="3959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6287872" y="424281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money, processing fee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857336" y="3182112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9840316" y="3346704"/>
            <a:ext cx="548640" cy="54864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/tmp/claude-0/-home-user-RakshaCall-/c5f6f34a-3bd0-5530-8c7e-1b54e249c2ff/scratchpad/deck/icons/monitorSmartph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760" y="3470148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948776" y="3959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8967064" y="424281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AnyDesk, TeamViewer installs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48640" y="507492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05070D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5"/>
          <p:cNvSpPr txBox="1"/>
          <p:nvPr/>
        </p:nvSpPr>
        <p:spPr>
          <a:xfrm>
            <a:off x="914400" y="507492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a black box.  </a:t>
            </a: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category scores + a co-occurrence bonus when tactics stack (as real scams do) — every verdict traces back to the exact phrases matched, so the warning can explain "why" in plain language.</a:t>
            </a:r>
            <a:endParaRPr lang="en-US" sz="1300" dirty="0"/>
          </a:p>
        </p:txBody>
      </p:sp>
      <p:sp>
        <p:nvSpPr>
          <p:cNvPr id="46" name="Text 3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live — the warning fires automatically</a:t>
            </a:r>
            <a:endParaRPr lang="en-US" sz="3200" dirty="0"/>
          </a:p>
        </p:txBody>
      </p:sp>
      <p:pic>
        <p:nvPicPr>
          <p:cNvPr id="4" name="Image 0" descr="/tmp/claude-0/-home-user-RakshaCall-/c5f6f34a-3bd0-5530-8c7e-1b54e249c2ff/scratchpad/shots/03-high-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03" y="1417320"/>
            <a:ext cx="7022592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011680"/>
            <a:ext cx="3843223" cy="4023360"/>
          </a:xfrm>
          <a:prstGeom prst="roundRect">
            <a:avLst>
              <a:gd name="adj" fmla="val 2855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33860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"Digital Arrest" scenario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338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Caller claims to be a CBI officer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84448"/>
            <a:ext cx="338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Threatens arrest, demands secrecy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51376"/>
            <a:ext cx="338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Forces the camera to stay 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18304"/>
            <a:ext cx="338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meter climbs live as each line streams 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285232"/>
            <a:ext cx="338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Full-screen warning fires the moment risk crosses HIGH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MOST VULNERABLE USERS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 in two seconds — even for elderly, low-tech-literacy users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tmp/claude-0/-home-user-RakshaCall-/c5f6f34a-3bd0-5530-8c7e-1b54e249c2ff/scratchpad/deck/icons/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1825371"/>
            <a:ext cx="326898" cy="326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733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language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020824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/ Hindi / Marathi translation — not just labels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94360" cy="59436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tmp/claude-0/-home-user-RakshaCall-/c5f6f34a-3bd0-5530-8c7e-1b54e249c2ff/scratchpad/deck/icons/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" y="283121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6791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Large-text mode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26664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accessibility toggle across the whole app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94360" cy="59436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tmp/claude-0/-home-user-RakshaCall-/c5f6f34a-3bd0-5530-8c7e-1b54e249c2ff/scratchpad/deck/icons/shield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71" y="383705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685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not panic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032504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warnings; MEDIUM risk asks a question, HIGH gives clear steps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594360" cy="59436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tmp/claude-0/-home-user-RakshaCall-/c5f6f34a-3bd0-5530-8c7e-1b54e249c2ff/scratchpad/deck/icons/user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71" y="484289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6908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safety net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038344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"alert a trusted contact" — no typing required</a:t>
            </a:r>
            <a:endParaRPr lang="en-US" sz="1150" dirty="0"/>
          </a:p>
        </p:txBody>
      </p:sp>
      <p:pic>
        <p:nvPicPr>
          <p:cNvPr id="20" name="Image 4" descr="/tmp/claude-0/-home-user-RakshaCall-/c5f6f34a-3bd0-5530-8c7e-1b54e249c2ff/scratchpad/shots/07-hind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215" y="1417320"/>
            <a:ext cx="3383280" cy="2378869"/>
          </a:xfrm>
          <a:prstGeom prst="rect">
            <a:avLst/>
          </a:prstGeom>
        </p:spPr>
      </p:pic>
      <p:pic>
        <p:nvPicPr>
          <p:cNvPr id="21" name="Image 5" descr="/tmp/claude-0/-home-user-RakshaCall-/c5f6f34a-3bd0-5530-8c7e-1b54e249c2ff/scratchpad/shots/04-trusted-contact-s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215" y="3960781"/>
            <a:ext cx="3383280" cy="237886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APIs, zero credit card, zero cloud bill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10512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tmp/claude-0/-home-user-RakshaCall-/c5f6f34a-3bd0-5530-8c7e-1b54e249c2ff/scratchpad/dec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1923669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647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75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fully static, no backend needed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859975" y="18745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9859975" y="1874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CARD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49808" y="2706624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tmp/claude-0/-home-user-RakshaCall-/c5f6f34a-3bd0-5530-8c7e-1b54e249c2ff/scratchpad/deck/icons/brain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2819781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6609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deterministic rules engine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971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— no LLM API, cannot fail from an outage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859975" y="27706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9859975" y="2770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CARD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483864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49808" y="3602736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tmp/claude-0/-home-user-RakshaCall-/c5f6f34a-3bd0-5530-8c7e-1b54e249c2ff/scratchpad/deck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" y="3715893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5570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Web Speech API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38679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live mic input — built into Chromium, no key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859975" y="3666744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9859975" y="36667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CARD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4379976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/tmp/claude-0/-home-user-RakshaCall-/c5f6f34a-3bd0-5530-8c7e-1b54e249c2ff/scratchpad/deck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65" y="4612005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17320" y="4453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+ localStorage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1417320" y="47640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preference-only, never conversation data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859975" y="4562856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 txBox="1"/>
          <p:nvPr/>
        </p:nvSpPr>
        <p:spPr>
          <a:xfrm>
            <a:off x="9859975" y="4562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CARD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5276088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749808" y="5394960"/>
            <a:ext cx="502920" cy="502920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/tmp/claude-0/-home-user-RakshaCall-/c5f6f34a-3bd0-5530-8c7e-1b54e249c2ff/scratchpad/deck/icons/shieldCheck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" y="5508117"/>
            <a:ext cx="276606" cy="27660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417320" y="5349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+ GitHub Actions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1417320" y="56601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— free, tied to the repo, auto-deploys on push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859975" y="545896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0221F"/>
          </a:solidFill>
          <a:ln w="12700">
            <a:solidFill>
              <a:srgbClr val="2FB8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 txBox="1"/>
          <p:nvPr/>
        </p:nvSpPr>
        <p:spPr>
          <a:xfrm>
            <a:off x="9859975" y="54589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CARD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VS. 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upfront about scope — that's part of the pitch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8872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Working MVP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514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Simulated live call stream + pasted transcript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1729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browser mic (Web Speech API)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83133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local, deterministic detection engine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48970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Simulated trusted-contact alert (clearly labeled)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51480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real telecom / phone-call interception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81228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Post-Hackathon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514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Android companion app (foreground mic service)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1729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OS-level call-screening integration (InCallService)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83133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on-device NLP layer for paraphrased scams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48970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trusted-contact delivery (SMS / push)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51480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Telecom &amp; bank partnerships for broader reach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RakshaCall — HACKDAY 1.0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RAKSHACALL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against the rubric, not just the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tmp/claude-0/-home-user-RakshaCall-/c5f6f34a-3bd0-5530-8c7e-1b54e249c2ff/scratchpad/deck/icons/hand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733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Impact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16733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high-loss, under-served threat — protection at the moment of manipulation, not after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tmp/claude-0/-home-user-RakshaCall-/c5f6f34a-3bd0-5530-8c7e-1b54e249c2ff/scratchpad/deck/icons/spark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27793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633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251960" y="263347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layer that acts during the scam, where every existing defense acts only after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tmp/claude-0/-home-user-RakshaCall-/c5f6f34a-3bd0-5530-8c7e-1b54e249c2ff/scratchpad/deck/icons/brain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9" y="37394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935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251960" y="359359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hybrid architecture, a tested rules engine, and honest reliability design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572000"/>
            <a:ext cx="566928" cy="566928"/>
          </a:xfrm>
          <a:prstGeom prst="ellipse">
            <a:avLst/>
          </a:prstGeom>
          <a:solidFill>
            <a:srgbClr val="1333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tmp/claude-0/-home-user-RakshaCall-/c5f6f34a-3bd0-5530-8c7e-1b54e249c2ff/scratchpad/deck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99" y="4699559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5537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251960" y="45537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today; a clear, named path to native Android integration tomorrow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51F30"/>
          </a:solidFill>
          <a:ln w="12700">
            <a:solidFill>
              <a:srgbClr val="1F2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822960" y="553212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aayushpatilcodes-dot.github.io/RakshaCall-/
</a:t>
            </a:r>
            <a:r>
              <a:rPr lang="en-US" sz="1300" b="1" dirty="0">
                <a:solidFill>
                  <a:srgbClr val="93A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github.com/aayushpatilcodes-dot/RakshaCall-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351520" y="55321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</a:t>
            </a:r>
            <a:endParaRPr lang="en-US" sz="1300" dirty="0"/>
          </a:p>
          <a:p>
            <a:pPr marL="0" indent="0" algn="r">
              <a:buNone/>
            </a:pPr>
            <a:r>
              <a:rPr lang="en-US" sz="1300" i="1" dirty="0">
                <a:solidFill>
                  <a:srgbClr val="D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977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RakshaCall — Real-Time Scam-Call Protection Assistant</dc:title>
  <dc:subject>PptxGenJS Presentation</dc:subject>
  <dc:creator>RakshaCall Team</dc:creator>
  <cp:lastModifiedBy>Patil Aayush Dinesh</cp:lastModifiedBy>
  <cp:revision>3</cp:revision>
  <dcterms:created xsi:type="dcterms:W3CDTF">2026-09-20T06:35:06Z</dcterms:created>
  <dcterms:modified xsi:type="dcterms:W3CDTF">2026-09-20T06:56:44Z</dcterms:modified>
</cp:coreProperties>
</file>